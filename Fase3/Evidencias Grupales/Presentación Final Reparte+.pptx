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hGb+H2Tuw+6ZPH+RZG4MwAIKRR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df52e5cc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g37df52e5cc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85b867a7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2" name="Google Shape;152;g3885b867a7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85b867a7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885b867a7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1d312f35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0" name="Google Shape;180;g3a1d312f35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51C886B8-7248-9BF5-23EA-1B1DD569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>
            <a:extLst>
              <a:ext uri="{FF2B5EF4-FFF2-40B4-BE49-F238E27FC236}">
                <a16:creationId xmlns:a16="http://schemas.microsoft.com/office/drawing/2014/main" id="{D5174181-134E-3E46-20B5-0A06F61FA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12:notes">
            <a:extLst>
              <a:ext uri="{FF2B5EF4-FFF2-40B4-BE49-F238E27FC236}">
                <a16:creationId xmlns:a16="http://schemas.microsoft.com/office/drawing/2014/main" id="{B2D31625-AEFD-2DB8-6546-4FC3E5B28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8247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d40bac61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9" name="Google Shape;219;g39d40bac61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" y="2783642"/>
            <a:ext cx="121920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es-MX" sz="5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5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2200" b="1" i="0" u="none" strike="noStrike" cap="none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s-MX" sz="3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</a:t>
            </a:r>
            <a:r>
              <a:rPr lang="es-MX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INAL</a:t>
            </a:r>
            <a:r>
              <a:rPr lang="es-MX" sz="320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CAPSTONE</a:t>
            </a:r>
            <a:endParaRPr sz="320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0819"/>
            <a:ext cx="7633494" cy="4350553"/>
            <a:chOff x="0" y="0"/>
            <a:chExt cx="7633494" cy="4350553"/>
          </a:xfrm>
        </p:grpSpPr>
        <p:sp>
          <p:nvSpPr>
            <p:cNvPr id="92" name="Google Shape;92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Ignacio Ramos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Fullstack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Frontend, backend y conexión a BDD 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Tapia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Gestión de reuniones, Remover impedimentos.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Luis González</a:t>
              </a:r>
              <a:endParaRPr sz="2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28600" marR="0" lvl="1" indent="-2286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Definir product goal, gestionar backlog </a:t>
              </a:r>
              <a:r>
                <a:rPr lang="es-MX" sz="20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name="adj" fmla="val 10000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87188" y="3578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→Cuando se quiere realizar un viaje o un evento de forma general, se pueden generar problemas de organización al momento de querer compartir los gastos relacionados.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s-MX" sz="28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sng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Descripción: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→Una aplicación que facilite la organización y gestión cuando se quieran compartir los gastos de un evento.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2728129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3" name="Google Shape;123;p4"/>
          <p:cNvSpPr/>
          <p:nvPr/>
        </p:nvSpPr>
        <p:spPr>
          <a:xfrm>
            <a:off x="614515" y="3418859"/>
            <a:ext cx="10962900" cy="1575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Facilitar el Proceso de distribución de gastos </a:t>
            </a:r>
            <a:r>
              <a:rPr lang="es-MX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eventos</a:t>
            </a: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mediante una aplicación móvil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g37df52e5cc3_0_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g37df52e5cc3_0_9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g37df52e5cc3_0_9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1" name="Google Shape;131;g37df52e5cc3_0_9"/>
          <p:cNvSpPr txBox="1"/>
          <p:nvPr/>
        </p:nvSpPr>
        <p:spPr>
          <a:xfrm>
            <a:off x="-87674" y="827646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7df52e5cc3_0_9"/>
          <p:cNvSpPr/>
          <p:nvPr/>
        </p:nvSpPr>
        <p:spPr>
          <a:xfrm>
            <a:off x="614525" y="1532661"/>
            <a:ext cx="10962900" cy="4775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la experiencia en eventos donde se requieran compartir los gastos.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Terminar con los malos entendidos entre las personas que compartan los viajes.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el tiempo de distribución de gastos en grupo.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Llevar el control de los gastos que se establezcan en cada evento.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Eliminar los errores de dividir cuentas manualmente, sobre todo en grupos grandes.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persona paga lo que realmente le corresponde, sin que alguien termine “poniendo más” de lo necesario.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136188" y="11387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 y limitaciones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" name="Google Shape;141;p5"/>
          <p:cNvSpPr txBox="1"/>
          <p:nvPr/>
        </p:nvSpPr>
        <p:spPr>
          <a:xfrm>
            <a:off x="588300" y="2045175"/>
            <a:ext cx="11015400" cy="44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Creación de una aplicación móvil multiplataforma.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Creación de grupos para administrar gastos.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Registro y división de gastos entre participantes.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IA para escaneo de boletas.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e integración de recordatorios.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Multimoneda.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Limitaciones: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Proyecto con foco académico y en etapa de prototipo.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cuenta con integración de pagos reales, solo de prueba.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 publicará en tiendas oficiales (Google Play, App Store).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Char char="●"/>
            </a:pPr>
            <a:r>
              <a:rPr lang="es-MX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Validación restringida a un grupo de usuarios.</a:t>
            </a:r>
            <a:endParaRPr sz="2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●"/>
            </a:pPr>
            <a:r>
              <a:rPr lang="es-MX" sz="2000">
                <a:latin typeface="Calibri"/>
                <a:ea typeface="Calibri"/>
                <a:cs typeface="Calibri"/>
                <a:sym typeface="Calibri"/>
              </a:rPr>
              <a:t>Servicio de correo para grupo reducido de personas.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49" name="Google Shape;14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6200" y="769125"/>
            <a:ext cx="9086476" cy="596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885b867a7c_0_3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885b867a7c_0_32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885b867a7c_0_32"/>
          <p:cNvSpPr txBox="1"/>
          <p:nvPr/>
        </p:nvSpPr>
        <p:spPr>
          <a:xfrm>
            <a:off x="0" y="664842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g3885b867a7c_0_32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8" name="Google Shape;158;g3885b867a7c_0_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8800" y="1311350"/>
            <a:ext cx="9765775" cy="537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g3885b867a7c_0_2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3885b867a7c_0_24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885b867a7c_0_24"/>
          <p:cNvSpPr txBox="1"/>
          <p:nvPr/>
        </p:nvSpPr>
        <p:spPr>
          <a:xfrm>
            <a:off x="-29225" y="105443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g3885b867a7c_0_24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7" name="Google Shape;167;g3885b867a7c_0_24" title="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200" y="1986230"/>
            <a:ext cx="5857598" cy="329489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8" name="Google Shape;168;g3885b867a7c_0_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5125" y="1986225"/>
            <a:ext cx="5857601" cy="3245937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8"/>
          <p:cNvSpPr txBox="1"/>
          <p:nvPr/>
        </p:nvSpPr>
        <p:spPr>
          <a:xfrm>
            <a:off x="136188" y="368928"/>
            <a:ext cx="12192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-278450" y="368930"/>
            <a:ext cx="121920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217825" y="9015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7" name="Google Shape;177;p8" title="Reparte+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6850" y="1101425"/>
            <a:ext cx="9302148" cy="556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a1d312f352_0_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a1d312f352_0_11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a1d312f352_0_11"/>
          <p:cNvSpPr txBox="1"/>
          <p:nvPr/>
        </p:nvSpPr>
        <p:spPr>
          <a:xfrm>
            <a:off x="2615850" y="230325"/>
            <a:ext cx="6156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</a:t>
            </a: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g3a1d312f352_0_11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86" name="Google Shape;186;g3a1d312f352_0_11" title="Mermaid Chart - Create complex, visual diagrams with text.-2025-11-10-00445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9900" y="992902"/>
            <a:ext cx="10824612" cy="5560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MX" sz="18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Reparte+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-119750" y="43478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MX"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5" name="Google Shape;19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9125" y="1081275"/>
            <a:ext cx="5686750" cy="564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MX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 txBox="1"/>
          <p:nvPr/>
        </p:nvSpPr>
        <p:spPr>
          <a:xfrm>
            <a:off x="1" y="1176870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MX"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532700" y="2229550"/>
            <a:ext cx="11271300" cy="4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completa de grupos de gasto compartido, con creación, edición y eliminación de grupos.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 detallado de gastos con descripción, monto, pagador, fecha y comprobante (imagen desde galería o cámara).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Cálculo automático de saldos, disponibilizando pagadores y cuánto debe aportar cada integrante del grupo.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AWS Bedrock (IA generativa) para análisis y escaneo de Boleta.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MX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y seguridad operativa activa, con AWS CloudWatch, GuardDuty y CloudTrail.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78A41FD2-5CAE-303C-A1B1-69E0CFC0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EBFFE0B-F864-2B1B-66DB-38ADF4B6EB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>
            <a:extLst>
              <a:ext uri="{FF2B5EF4-FFF2-40B4-BE49-F238E27FC236}">
                <a16:creationId xmlns:a16="http://schemas.microsoft.com/office/drawing/2014/main" id="{8268634D-CC9F-44AD-342A-B3E9AB833119}"/>
              </a:ext>
            </a:extLst>
          </p:cNvPr>
          <p:cNvSpPr txBox="1"/>
          <p:nvPr/>
        </p:nvSpPr>
        <p:spPr>
          <a:xfrm>
            <a:off x="0" y="128502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4400"/>
            </a:pPr>
            <a:r>
              <a:rPr lang="es-ES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lang="es-ES" dirty="0"/>
          </a:p>
        </p:txBody>
      </p:sp>
      <p:sp>
        <p:nvSpPr>
          <p:cNvPr id="208" name="Google Shape;208;p12">
            <a:extLst>
              <a:ext uri="{FF2B5EF4-FFF2-40B4-BE49-F238E27FC236}">
                <a16:creationId xmlns:a16="http://schemas.microsoft.com/office/drawing/2014/main" id="{50BF9112-5209-EB58-798A-950B1DDC4F9C}"/>
              </a:ext>
            </a:extLst>
          </p:cNvPr>
          <p:cNvSpPr txBox="1"/>
          <p:nvPr/>
        </p:nvSpPr>
        <p:spPr>
          <a:xfrm>
            <a:off x="924232" y="2585883"/>
            <a:ext cx="9969910" cy="3903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conexión a Internet para sincronizar datos y acceder al </a:t>
            </a:r>
            <a:r>
              <a:rPr lang="es-ES" sz="21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lang="es-E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L="95250" lvl="0">
              <a:buClr>
                <a:schemeClr val="dk1"/>
              </a:buClr>
              <a:buSzPts val="2100"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Curva de aprendizaje inicial para usuarios menos familiarizados con apps de gestión.</a:t>
            </a:r>
          </a:p>
          <a:p>
            <a:pPr marL="457200" lvl="0" indent="-361950">
              <a:buClr>
                <a:schemeClr val="dk1"/>
              </a:buClr>
              <a:buSzPts val="2100"/>
              <a:buFont typeface="Calibri"/>
              <a:buChar char="●"/>
            </a:pPr>
            <a:endParaRPr lang="es-ES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Costo potencial si se amplía la infraestructura AWS a gran escala.</a:t>
            </a:r>
          </a:p>
          <a:p>
            <a:pPr marL="457200" lvl="0" indent="-361950">
              <a:buClr>
                <a:schemeClr val="dk1"/>
              </a:buClr>
              <a:buSzPts val="2100"/>
              <a:buFont typeface="Calibri"/>
              <a:buChar char="●"/>
            </a:pPr>
            <a:endParaRPr lang="es-ES"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1950">
              <a:buClr>
                <a:schemeClr val="dk1"/>
              </a:buClr>
              <a:buSzPts val="2100"/>
              <a:buFont typeface="Calibri"/>
              <a:buChar char="●"/>
            </a:pPr>
            <a:r>
              <a:rPr lang="es-E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Dependencia de servicios externos (AWS), que requiere mantenimiento y monitoreo continuo.</a:t>
            </a: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436612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9d40bac61c_0_3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39d40bac61c_0_37"/>
          <p:cNvSpPr txBox="1"/>
          <p:nvPr/>
        </p:nvSpPr>
        <p:spPr>
          <a:xfrm>
            <a:off x="2476500" y="2997750"/>
            <a:ext cx="7662000" cy="15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Muchas gracias por su atención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FFE599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490</Words>
  <Application>Microsoft Office PowerPoint</Application>
  <PresentationFormat>Panorámica</PresentationFormat>
  <Paragraphs>86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SEBASTIAN FRANCISCO TAPIA ARAVENA</cp:lastModifiedBy>
  <cp:revision>1</cp:revision>
  <dcterms:created xsi:type="dcterms:W3CDTF">2023-10-28T21:12:11Z</dcterms:created>
  <dcterms:modified xsi:type="dcterms:W3CDTF">2025-12-03T00:28:40Z</dcterms:modified>
</cp:coreProperties>
</file>