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hGb+H2Tuw+6ZPH+RZG4MwAIKRR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df52e5cc3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6" name="Google Shape;126;g37df52e5cc3_0_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4" name="Google Shape;14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885b867a7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2" name="Google Shape;152;g3885b867a7c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885b867a7c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g3885b867a7c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a1d312f35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0" name="Google Shape;180;g3a1d312f352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9" name="Google Shape;18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1" name="Google Shape;21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9d40bac61c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9" name="Google Shape;219;g39d40bac61c_0_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Relationship Id="rId4" Type="http://schemas.openxmlformats.org/officeDocument/2006/relationships/image" Target="../media/image9.jpg"/><Relationship Id="rId5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Relationship Id="rId4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1" y="2783642"/>
            <a:ext cx="121920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b="0" i="0" lang="es-MX" sz="5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s-MX" sz="5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1" i="0" sz="2200" u="none" cap="none" strike="noStrike">
              <a:solidFill>
                <a:srgbClr val="000000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i="0" lang="es-MX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</a:t>
            </a:r>
            <a:r>
              <a:rPr lang="es-MX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INAL</a:t>
            </a:r>
            <a:r>
              <a:rPr i="0" lang="es-MX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CAPSTONE</a:t>
            </a:r>
            <a:endParaRPr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scuelaIT Duoc UC - Escuela de Informática y Telecomunicaciones Duoc UC - Duoc  UC | LinkedIn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MX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Ignacio Ramos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Fullstack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Desarrollo Frontend, backend y conexión a BDD 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MX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Sebastián Tapia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Gestión de reuniones, Remover impedimentos.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MX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Luis González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Product Owner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Definir product goal, gestionar backlog </a:t>
              </a:r>
              <a:r>
                <a:rPr b="0" i="0" lang="es-MX" sz="2000" u="none" cap="none" strike="noStrik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87188" y="3578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 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8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MX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Descripción: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→Cuando se quiere realizar un viaje o un evento de forma general, se pueden generar problemas de organización al momento de querer compartir los gastos relacionados.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MX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Descripción: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→Una aplicación que facilite la organización y gestión cuando se quieran compartir los gastos de un evento.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4"/>
          <p:cNvSpPr txBox="1"/>
          <p:nvPr/>
        </p:nvSpPr>
        <p:spPr>
          <a:xfrm>
            <a:off x="0" y="272812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3" name="Google Shape;123;p4"/>
          <p:cNvSpPr/>
          <p:nvPr/>
        </p:nvSpPr>
        <p:spPr>
          <a:xfrm>
            <a:off x="614515" y="3418859"/>
            <a:ext cx="10962900" cy="1575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Facilitar el Proceso de distribución de gastos </a:t>
            </a:r>
            <a:r>
              <a:rPr lang="es-MX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 eventos</a:t>
            </a: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mediante una aplicación móvil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8" name="Google Shape;128;g37df52e5cc3_0_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g37df52e5cc3_0_9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" name="Google Shape;130;g37df52e5cc3_0_9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1" name="Google Shape;131;g37df52e5cc3_0_9"/>
          <p:cNvSpPr txBox="1"/>
          <p:nvPr/>
        </p:nvSpPr>
        <p:spPr>
          <a:xfrm>
            <a:off x="-87674" y="82764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g37df52e5cc3_0_9"/>
          <p:cNvSpPr/>
          <p:nvPr/>
        </p:nvSpPr>
        <p:spPr>
          <a:xfrm>
            <a:off x="614525" y="1532661"/>
            <a:ext cx="10962900" cy="47751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Mejorar la experiencia en eventos donde se requieran compartir los gastos.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Terminar con los malos entendidos entre las personas que compartan los viajes.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Reducir el tiempo de distribución de gastos en grupo.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Llevar el control de los gastos que se establezcan en cada evento.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Eliminar los errores de dividir cuentas manualmente, sobre todo en grupos grandes.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Cada persona paga lo que realmente le corresponde, sin que alguien termine “poniendo más” de lo necesario.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7" name="Google Shape;13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5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5"/>
          <p:cNvSpPr txBox="1"/>
          <p:nvPr/>
        </p:nvSpPr>
        <p:spPr>
          <a:xfrm>
            <a:off x="136188" y="113873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 y limitaciones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" name="Google Shape;140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1" name="Google Shape;141;p5"/>
          <p:cNvSpPr txBox="1"/>
          <p:nvPr/>
        </p:nvSpPr>
        <p:spPr>
          <a:xfrm>
            <a:off x="588300" y="2045175"/>
            <a:ext cx="11015400" cy="4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Alcance: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Creación de una aplicación móvil multiplataforma.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Creación de grupos para administrar gastos.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Registro y división de gastos entre participantes.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IA para escaneo de boletas.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Reportes e integración de recordatorios.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Multimoneda.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Limitaciones: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Proyecto con foco académico y en etapa de prototipo.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 cuenta con integración de pagos reales, solo de prueba.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 se publicará en tiendas oficiales (Google Play, App Store).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Validación restringida a un grupo de usuarios.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●"/>
            </a:pPr>
            <a:r>
              <a:rPr lang="es-MX" sz="2000">
                <a:latin typeface="Calibri"/>
                <a:ea typeface="Calibri"/>
                <a:cs typeface="Calibri"/>
                <a:sym typeface="Calibri"/>
              </a:rPr>
              <a:t>Servicio de correo para grupo reducido de personas.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6" name="Google Shape;14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6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" name="Google Shape;148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9" name="Google Shape;14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6200" y="769125"/>
            <a:ext cx="9086476" cy="596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4" name="Google Shape;154;g3885b867a7c_0_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g3885b867a7c_0_32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g3885b867a7c_0_32"/>
          <p:cNvSpPr txBox="1"/>
          <p:nvPr/>
        </p:nvSpPr>
        <p:spPr>
          <a:xfrm>
            <a:off x="0" y="664842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 Plan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g3885b867a7c_0_32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8" name="Google Shape;158;g3885b867a7c_0_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28800" y="1311350"/>
            <a:ext cx="9765775" cy="5379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3" name="Google Shape;163;g3885b867a7c_0_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g3885b867a7c_0_24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g3885b867a7c_0_24"/>
          <p:cNvSpPr txBox="1"/>
          <p:nvPr/>
        </p:nvSpPr>
        <p:spPr>
          <a:xfrm>
            <a:off x="-29225" y="105443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 Plan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6" name="Google Shape;166;g3885b867a7c_0_24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7" name="Google Shape;167;g3885b867a7c_0_24" title="3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6200" y="1986230"/>
            <a:ext cx="5857598" cy="32948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68" name="Google Shape;168;g3885b867a7c_0_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25125" y="1986225"/>
            <a:ext cx="5857601" cy="3245937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3" name="Google Shape;17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8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"/>
          <p:cNvSpPr txBox="1"/>
          <p:nvPr/>
        </p:nvSpPr>
        <p:spPr>
          <a:xfrm>
            <a:off x="-278450" y="368930"/>
            <a:ext cx="12192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6" name="Google Shape;176;p8"/>
          <p:cNvCxnSpPr/>
          <p:nvPr/>
        </p:nvCxnSpPr>
        <p:spPr>
          <a:xfrm>
            <a:off x="217825" y="9015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7" name="Google Shape;177;p8" title="Reparte+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6850" y="1101425"/>
            <a:ext cx="9302148" cy="556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2" name="Google Shape;182;g3a1d312f352_0_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g3a1d312f352_0_11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g3a1d312f352_0_11"/>
          <p:cNvSpPr txBox="1"/>
          <p:nvPr/>
        </p:nvSpPr>
        <p:spPr>
          <a:xfrm>
            <a:off x="2615850" y="230325"/>
            <a:ext cx="6156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</a:t>
            </a: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atos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5" name="Google Shape;185;g3a1d312f352_0_1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6" name="Google Shape;186;g3a1d312f352_0_11" title="Mermaid Chart - Create complex, visual diagrams with text.-2025-11-10-00445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900" y="992902"/>
            <a:ext cx="10824612" cy="5560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1" name="Google Shape;19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-119750" y="43478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4" name="Google Shape;194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95" name="Google Shape;195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99125" y="1081275"/>
            <a:ext cx="5686750" cy="5648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0" name="Google Shape;20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6" name="Google Shape;20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2"/>
          <p:cNvSpPr txBox="1"/>
          <p:nvPr/>
        </p:nvSpPr>
        <p:spPr>
          <a:xfrm>
            <a:off x="1" y="1176870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2"/>
          <p:cNvSpPr txBox="1"/>
          <p:nvPr/>
        </p:nvSpPr>
        <p:spPr>
          <a:xfrm>
            <a:off x="532700" y="2229550"/>
            <a:ext cx="11271300" cy="44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Char char="●"/>
            </a:pP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 completa de grupos de gasto compartido, con creación, edición y eliminación de grupos.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Char char="●"/>
            </a:pP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Registro detallado de gastos con descripción, monto, pagador, fecha y comprobante (imagen desde galería o cámara).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Char char="●"/>
            </a:pP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Cálculo automático de saldos, </a:t>
            </a: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disponibilizando</a:t>
            </a: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pagadores y cuánto debe aportar cada integrante del grupo.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Char char="●"/>
            </a:pP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Integración con AWS Bedrock (IA generativa) para análisis y escaneo de Boleta.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Char char="●"/>
            </a:pP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Monitoreo y seguridad operativa activa, con AWS CloudWatch, GuardDuty y CloudTrail.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3" name="Google Shape;21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3"/>
          <p:cNvSpPr txBox="1"/>
          <p:nvPr/>
        </p:nvSpPr>
        <p:spPr>
          <a:xfrm>
            <a:off x="1" y="1078548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3"/>
          <p:cNvSpPr txBox="1"/>
          <p:nvPr/>
        </p:nvSpPr>
        <p:spPr>
          <a:xfrm>
            <a:off x="832550" y="2211925"/>
            <a:ext cx="9613200" cy="43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5050" y="2000875"/>
            <a:ext cx="10301900" cy="3957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1" name="Google Shape;221;g39d40bac61c_0_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g39d40bac61c_0_37"/>
          <p:cNvSpPr txBox="1"/>
          <p:nvPr/>
        </p:nvSpPr>
        <p:spPr>
          <a:xfrm>
            <a:off x="2476500" y="2997750"/>
            <a:ext cx="76620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Muchas gracias por su atención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t/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FFE599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