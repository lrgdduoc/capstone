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IqWWYjgXgCEvKJdPPCHnJDtIB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df52e5cc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7df52e5cc3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df52e5c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7df52e5cc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85b867a7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885b867a7c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85b867a7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885b867a7c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8615e347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88615e3470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db74804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8db748048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beaa24df5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7beaa24df5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7.jpg"/><Relationship Id="rId5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" y="2783642"/>
            <a:ext cx="12192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s-MX" sz="5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Reparte+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MX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FASE 2 CAPSTONE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Ignacio Ramos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Fullstack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Frontend, backend y conexión a BDD 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Sebastián Tapia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Gestión de reuniones, Remover impedimentos.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Luis González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Definir product goal, gestionar backlog </a:t>
              </a:r>
              <a:r>
                <a:rPr b="0" i="0" lang="es-MX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87188" y="3578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 Reparte+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s-MX" sz="20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→Cuando se quiere realizar un viaje o un evento de forma general, se pueden generar problemas de organización al momento de querer compartir los gastos relacionados.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→Una aplicación que facilite la organización y gestión cuando se quieran compartir los gastos de un evento.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0" y="272812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614515" y="3418859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Facilitar el Proceso de distribución de gastos </a:t>
            </a: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eventos</a:t>
            </a: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mediante una aplicación móvil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8" name="Google Shape;128;g37df52e5cc3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7df52e5cc3_0_9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g37df52e5cc3_0_9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g37df52e5cc3_0_9"/>
          <p:cNvSpPr txBox="1"/>
          <p:nvPr/>
        </p:nvSpPr>
        <p:spPr>
          <a:xfrm>
            <a:off x="-87674" y="82764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7df52e5cc3_0_9"/>
          <p:cNvSpPr/>
          <p:nvPr/>
        </p:nvSpPr>
        <p:spPr>
          <a:xfrm>
            <a:off x="614525" y="1532661"/>
            <a:ext cx="10962900" cy="477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Mejorar la experiencia en eventos donde se requieran compartir los gastos.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Terminar con los malos entendidos entre las personas que compartan los viajes.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el tiempo de distribución de gastos en grupo.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Llevar el control de los gastos que se establezcan en cada evento.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Eliminar los errores de dividir cuentas manualmente, sobre todo en grupos grandes.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Consultar desde cualquier lugar cuánto deben o cuánto les deben.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Distribuir automáticamente cuánto debe pagar cada persona.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persona paga lo que realmente le corresponde, sin que alguien termine “poniendo más” de lo necesario.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136188" y="11387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y 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" name="Google Shape;141;p5"/>
          <p:cNvSpPr txBox="1"/>
          <p:nvPr/>
        </p:nvSpPr>
        <p:spPr>
          <a:xfrm>
            <a:off x="588300" y="2045175"/>
            <a:ext cx="110154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Alcance: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Creación de una aplicación móvil multiplataforma.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Creación de grupos para administrar gastos.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Registro y división de gastos entre participantes.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IA para escaneo de boletas.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e integración de recordatorios.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Multimoneda.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Limitaciones: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Proyecto con foco académico y en etapa de prototipo.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cuenta con integración de pagos reales, solo de prueba.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se publicará en tiendas oficiales (Google Play, App Store).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b="0" i="0" lang="es-MX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Validación restringida a un grupo de usuarios.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s-MX" sz="2000">
                <a:latin typeface="Calibri"/>
                <a:ea typeface="Calibri"/>
                <a:cs typeface="Calibri"/>
                <a:sym typeface="Calibri"/>
              </a:rPr>
              <a:t>Servicio de correo para grupo reducido de personas.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0" y="109534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3337" y="1741850"/>
            <a:ext cx="9185324" cy="4592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5" name="Google Shape;155;g37df52e5cc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7df52e5cc3_0_0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7df52e5cc3_0_0"/>
          <p:cNvSpPr txBox="1"/>
          <p:nvPr/>
        </p:nvSpPr>
        <p:spPr>
          <a:xfrm>
            <a:off x="0" y="109534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 Plan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g37df52e5cc3_0_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9" name="Google Shape;159;g37df52e5cc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1844292"/>
            <a:ext cx="8833352" cy="481135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4" name="Google Shape;164;g3885b867a7c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885b867a7c_0_32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885b867a7c_0_32"/>
          <p:cNvSpPr txBox="1"/>
          <p:nvPr/>
        </p:nvSpPr>
        <p:spPr>
          <a:xfrm>
            <a:off x="0" y="664842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 Plan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g3885b867a7c_0_32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8" name="Google Shape;168;g3885b867a7c_0_32" title="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1837" y="1411300"/>
            <a:ext cx="9860726" cy="55466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3" name="Google Shape;173;g3885b867a7c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885b867a7c_0_24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885b867a7c_0_24"/>
          <p:cNvSpPr txBox="1"/>
          <p:nvPr/>
        </p:nvSpPr>
        <p:spPr>
          <a:xfrm>
            <a:off x="-29225" y="10544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 Plan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g3885b867a7c_0_24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7" name="Google Shape;177;g3885b867a7c_0_24" title="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00" y="1986230"/>
            <a:ext cx="5857598" cy="32948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8" name="Google Shape;178;g3885b867a7c_0_24" title="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2198" y="1986230"/>
            <a:ext cx="5893402" cy="331503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3" name="Google Shape;183;g388615e3470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88615e3470_0_2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88615e3470_0_2"/>
          <p:cNvSpPr txBox="1"/>
          <p:nvPr/>
        </p:nvSpPr>
        <p:spPr>
          <a:xfrm>
            <a:off x="136188" y="13706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g388615e3470_0_2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7" name="Google Shape;187;g388615e3470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2450" y="783575"/>
            <a:ext cx="8899600" cy="57696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2" name="Google Shape;1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-278450" y="368930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8"/>
          <p:cNvCxnSpPr/>
          <p:nvPr/>
        </p:nvCxnSpPr>
        <p:spPr>
          <a:xfrm>
            <a:off x="217825" y="9015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6" name="Google Shape;19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2225" y="1033925"/>
            <a:ext cx="9263776" cy="56972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1" name="Google Shape;2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0" y="23034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</a:t>
            </a: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05" name="Google Shape;205;p9" title="Untitled2.png"/>
          <p:cNvPicPr preferRelativeResize="0"/>
          <p:nvPr/>
        </p:nvPicPr>
        <p:blipFill rotWithShape="1">
          <a:blip r:embed="rId4">
            <a:alphaModFix/>
          </a:blip>
          <a:srcRect b="27546" l="0" r="19354" t="0"/>
          <a:stretch/>
        </p:blipFill>
        <p:spPr>
          <a:xfrm>
            <a:off x="1130625" y="876850"/>
            <a:ext cx="9528177" cy="59811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0" name="Google Shape;210;g38db748048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8db7480481_0_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8db7480481_0_0"/>
          <p:cNvSpPr txBox="1"/>
          <p:nvPr/>
        </p:nvSpPr>
        <p:spPr>
          <a:xfrm>
            <a:off x="258800" y="2870380"/>
            <a:ext cx="12192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</a:t>
            </a:r>
            <a:r>
              <a:rPr lang="es-MX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g38db7480481_0_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8" name="Google Shape;218;g37beaa24df5_1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7beaa24df5_1_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7beaa24df5_1_4"/>
          <p:cNvSpPr txBox="1"/>
          <p:nvPr/>
        </p:nvSpPr>
        <p:spPr>
          <a:xfrm>
            <a:off x="136200" y="30409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¡Muchas 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g37beaa24df5_1_4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6" name="Google Shape;2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2" name="Google Shape;2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0" name="Google Shape;24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6" name="Google Shape;24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2" name="Google Shape;2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FFE599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